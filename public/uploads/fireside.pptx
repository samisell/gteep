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704"/>
  </p:normalViewPr>
  <p:slideViewPr>
    <p:cSldViewPr snapToGrid="0">
      <p:cViewPr varScale="1">
        <p:scale>
          <a:sx n="105" d="100"/>
          <a:sy n="105" d="100"/>
        </p:scale>
        <p:origin x="7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9B3E7-6E5B-6A44-9016-11BB656914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9BE0A5-0FD7-0163-EC9E-964A9C343E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DCE0D5-2AD8-2D87-1AD1-7D569AF64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3D564-6AB3-C74C-B17C-9F38DB73365E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A90574-755E-72C9-A7D6-3AFEC7A85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79FFA-D1F7-95E2-C188-BF329613C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EEDF3-BB08-1845-8E7A-8B7C15CB8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618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E325A-2A22-975F-BB8A-E7392553D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80B75-5687-C87E-BF08-342EF24129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36B65-BA82-913A-364A-A7C8A2DFD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3D564-6AB3-C74C-B17C-9F38DB73365E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E99038-A409-FF52-E1F4-B01FF6F85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327211-1F64-D180-2D85-2189DBF9D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EEDF3-BB08-1845-8E7A-8B7C15CB8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485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FCCB1-C452-B2DC-F47C-C8FF1C754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7F66E-09B0-D189-ECFD-7DD3C16EBA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F7BD4-03F1-BB67-DA8B-93E65B600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3D564-6AB3-C74C-B17C-9F38DB73365E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176EFD-0732-C33F-6582-5743B7502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508AF-C2B9-A83E-CC5F-AAFFA448F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EEDF3-BB08-1845-8E7A-8B7C15CB8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373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8CA8E-EF91-D0A8-9F9F-98F13BD1E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DA54F-B370-385C-4078-32F91C2AC7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C5F249-C0BF-953F-10F7-1CBEF1C004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11E686-ACA5-65C8-3D26-54A63EB3F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3D564-6AB3-C74C-B17C-9F38DB73365E}" type="datetimeFigureOut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71E4C1-A3C5-84B7-B0F2-43C75A820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991428-6D8B-F527-DDA4-66A149727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EEDF3-BB08-1845-8E7A-8B7C15CB8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664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6ACF6-AC95-8759-96D3-95C7741DC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5831FB-4FB3-C587-E51A-9E2ECC43D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B6F043-E247-73A8-2B61-1A08FEED84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23297E-F23A-C75C-5972-76A971F8DE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18F06E-85D1-845D-27D9-99F090EFE0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DF1A38-166D-64AC-350B-A025EB50E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3D564-6AB3-C74C-B17C-9F38DB73365E}" type="datetimeFigureOut">
              <a:rPr lang="en-US" smtClean="0"/>
              <a:t>3/8/26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7AAF57-57A1-9127-26EB-9359A0405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9701AF-AC23-5FBD-326A-DE2883C4F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EEDF3-BB08-1845-8E7A-8B7C15CB8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667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D83F0-BC84-5F9E-69FF-0B8E14794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E3DF39-23F6-E2E8-30D9-80E0AA7B3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3D564-6AB3-C74C-B17C-9F38DB73365E}" type="datetimeFigureOut">
              <a:rPr lang="en-US" smtClean="0"/>
              <a:t>3/8/26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09C64D-B6EE-2B20-8A58-C11C23719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3C52DF-1EC7-71C6-BDAB-69B097A5E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EEDF3-BB08-1845-8E7A-8B7C15CB8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754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8613CB-D28A-D616-93D9-A3434742C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3D564-6AB3-C74C-B17C-9F38DB73365E}" type="datetimeFigureOut">
              <a:rPr lang="en-US" smtClean="0"/>
              <a:t>3/8/26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D2CE15-B287-91A1-1FF7-99DCE6E88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42D9B-8B0D-A014-59D9-7ACAC2AA5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EEDF3-BB08-1845-8E7A-8B7C15CB8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18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34AF9-C504-03C9-2511-983AC55D5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44F22-3C25-0068-137B-2606EF209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9C12B2-E04C-FD24-E158-69A43FE6A1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584F1A-E19E-F244-FA67-01BAD5690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3D564-6AB3-C74C-B17C-9F38DB73365E}" type="datetimeFigureOut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D5FE8-8192-20C6-FDEA-8C056CABA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39A3C2-DAC9-3E76-47AD-736756FDB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EEDF3-BB08-1845-8E7A-8B7C15CB8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301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EE702-FD35-20BB-A939-8CF6E8BA6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8B7428-15FB-2972-0DDC-64913182E3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25BD9A-AF3E-E403-50EC-193785809A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827206-0318-6168-44EF-A24A9C08D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3D564-6AB3-C74C-B17C-9F38DB73365E}" type="datetimeFigureOut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2DF913-7C91-6EFE-B836-904E853C2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CD4936-E2E6-9257-F2A6-42A9A9C19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EEDF3-BB08-1845-8E7A-8B7C15CB8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062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79186-2BBB-8AF4-E459-2F92E990A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D81A20-00DE-7DA4-5505-24EFF612D7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334E69-3E7A-E055-DD18-92B85E29E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3D564-6AB3-C74C-B17C-9F38DB73365E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DB1566-224F-3B4F-8B72-6861395D6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BED4FC-9DD5-C2E9-9EEC-7BAA63D32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EEDF3-BB08-1845-8E7A-8B7C15CB8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924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58E945-C923-8FC1-A906-DEA63EC82B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24A15A-20A9-592A-7F18-576CE38E36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C87B79-AAF9-B279-407C-155E3958B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3D564-6AB3-C74C-B17C-9F38DB73365E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8D05E-3E0A-ACB9-36BC-0C0C7C503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0C9AD-F34E-52C0-E31E-3B992DBE7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EEDF3-BB08-1845-8E7A-8B7C15CB8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76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2BE142-8068-7B98-E5E8-55C5E2842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85079B-C34F-D81D-413F-4E5BAA9BC3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C230BD-7099-8B75-0DC9-2D01CF0B3E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73D564-6AB3-C74C-B17C-9F38DB73365E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FA3BDD-0FA7-58C6-0995-76A4906CDD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C9758-7614-E1A5-B93B-4D1E926789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4EEDF3-BB08-1845-8E7A-8B7C15CB8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516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 descr="A group of people roasting marshmallows over a campfire&#10;&#10;AI-generated content may be incorrect.">
            <a:extLst>
              <a:ext uri="{FF2B5EF4-FFF2-40B4-BE49-F238E27FC236}">
                <a16:creationId xmlns:a16="http://schemas.microsoft.com/office/drawing/2014/main" id="{BE769A53-8045-4268-BFE2-77020D930B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6304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Akanji, Boladale O. Prof.</dc:creator>
  <cp:lastModifiedBy>Akanji, Boladale O. Prof.</cp:lastModifiedBy>
  <cp:revision>2</cp:revision>
  <dcterms:created xsi:type="dcterms:W3CDTF">2026-03-08T16:51:48Z</dcterms:created>
  <dcterms:modified xsi:type="dcterms:W3CDTF">2026-03-08T16:58:09Z</dcterms:modified>
</cp:coreProperties>
</file>